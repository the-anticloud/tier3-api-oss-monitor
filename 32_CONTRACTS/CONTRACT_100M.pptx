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$100,000,000 — Api-Oss-Monitor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Strategic | 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Api-Oss-Monitor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OEM / platform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